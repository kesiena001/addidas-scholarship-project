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6" r:id="rId3"/>
    <p:sldId id="282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810" autoAdjust="0"/>
  </p:normalViewPr>
  <p:slideViewPr>
    <p:cSldViewPr snapToGrid="0" showGuides="1">
      <p:cViewPr>
        <p:scale>
          <a:sx n="70" d="100"/>
          <a:sy n="70" d="100"/>
        </p:scale>
        <p:origin x="738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D794A-17F4-48F7-A14F-39DCAE091952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DFAA7-D3C3-4D01-9299-453E25D16D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C6A87-CC60-415C-BFEE-13D1CAD6861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51814-3B91-4036-94D2-3977634EE2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10507" y="5130801"/>
            <a:ext cx="9242424" cy="5334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anchor="ctr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6168473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1" name="Picture Placeholder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9" name="Chart Placeholder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51CEBEB-5088-4E63-81A4-0DCEB5B45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ADDIDAS SCHOLARSHIP 2025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417511"/>
          </a:xfrm>
        </p:spPr>
        <p:txBody>
          <a:bodyPr>
            <a:normAutofit/>
          </a:bodyPr>
          <a:lstStyle/>
          <a:p>
            <a:r>
              <a:rPr lang="en-US" sz="1800" b="1" dirty="0"/>
              <a:t>NOVEMBER SCHOLARSHIP</a:t>
            </a:r>
          </a:p>
        </p:txBody>
      </p:sp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Lorem ipsum dolor sit amet, consectetur adipiscing elit</a:t>
            </a:r>
          </a:p>
          <a:p>
            <a:r>
              <a:rPr lang="en-US" dirty="0"/>
              <a:t>Lorem ipsum dolor sit amet, consectetur adipiscing elit</a:t>
            </a:r>
          </a:p>
          <a:p>
            <a:r>
              <a:rPr lang="en-US" dirty="0"/>
              <a:t>Lorem ipsum dolor sit amet, consectetur adipiscing elit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2</a:t>
            </a:fld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18DD966-19F0-4350-AC58-AE86C210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18B7855D-2DE6-49A4-BA98-97404403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24DA6716-BAA3-92DC-DD78-8A744644B9FD}"/>
              </a:ext>
            </a:extLst>
          </p:cNvPr>
          <p:cNvSpPr txBox="1">
            <a:spLocks/>
          </p:cNvSpPr>
          <p:nvPr/>
        </p:nvSpPr>
        <p:spPr>
          <a:xfrm>
            <a:off x="726281" y="4774697"/>
            <a:ext cx="10439400" cy="11754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196070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2C00B059-8249-401E-BECD-DC838B36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 1: TOTAL SALES BY PRODUCT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E71C2-3FC1-41C1-8255-33A1AC80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4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D42596E-DB09-43F7-A053-18CEB2DDE6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reveals a steady increase in consumer demand for Men’s street Footwear which has a total sales of 209 million US Dollars.</a:t>
            </a:r>
          </a:p>
          <a:p>
            <a:r>
              <a:rPr lang="en-US" dirty="0"/>
              <a:t>This is followed by women’s apparel at 179 million US dollars.</a:t>
            </a:r>
          </a:p>
          <a:p>
            <a:r>
              <a:rPr lang="en-US" dirty="0"/>
              <a:t>The last of the list is women’s Athletic footwear at 107 million US dollars.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E4B9DBA-A2F6-D9B4-6ADE-EBDFE113D614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  <p:pic>
        <p:nvPicPr>
          <p:cNvPr id="5" name="Content Placeholder 15">
            <a:extLst>
              <a:ext uri="{FF2B5EF4-FFF2-40B4-BE49-F238E27FC236}">
                <a16:creationId xmlns:a16="http://schemas.microsoft.com/office/drawing/2014/main" id="{D9E1E540-FAD2-F725-4FB2-93AA2FA79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240" y="1253714"/>
            <a:ext cx="5130491" cy="494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26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99B32-1A13-018E-344B-03FA695B6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3AF0D9F-8558-D419-39B0-BDCCE85A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 2: UNIT SOLD BY MONTH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0E72C7-7E19-2B0D-C797-34853A72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5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B19A949-464F-39C8-D39B-7911FB9B11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reveals a steady increase in consumer demand for Men’s street Footwear which has a total sales of 209 million US Dollars.</a:t>
            </a:r>
          </a:p>
          <a:p>
            <a:r>
              <a:rPr lang="en-US" dirty="0"/>
              <a:t>This is followed by women’s apparel at 179 million US dollars.</a:t>
            </a:r>
          </a:p>
          <a:p>
            <a:r>
              <a:rPr lang="en-US" dirty="0"/>
              <a:t>The last of the list is women’s Athletic footwear at 107 million US dollars.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D6E3CBA-5606-DE77-C1F7-5BAFF7684A0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D703F3-99D9-A662-AE37-BBE6433E4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730" y="1495155"/>
            <a:ext cx="6840891" cy="450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82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EE156-0AFC-BE1C-BEDD-E91ED613D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01C3E915-7980-92A3-A4D2-B21D7EF6F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 3: UNIT SOLD REGION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E294BF-F867-131F-FB6C-7BB29D0E3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6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60FE42D-B703-1CA8-90AC-3C6F49BF6D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reveals a steady increase in consumer demand for Men’s street Footwear which has a total sales of 209 million US Dollars.</a:t>
            </a:r>
          </a:p>
          <a:p>
            <a:r>
              <a:rPr lang="en-US" dirty="0"/>
              <a:t>This is followed by women’s apparel at 179 million US dollars.</a:t>
            </a:r>
          </a:p>
          <a:p>
            <a:r>
              <a:rPr lang="en-US" dirty="0"/>
              <a:t>The last of the list is women’s Athletic footwear at 107 million US dollars.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EEF8E023-F8F6-1E81-3BA7-6B557983275F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730330-1D53-1F70-363E-FECF19634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675" y="1342231"/>
            <a:ext cx="6507225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2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02014-2D09-0BC7-CAC7-D85CFD750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7B21BCB3-4367-0642-7235-BB89BCDE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 4: PROFIT BY REGION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F03069-F4EA-F88D-D81D-E479FB2A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7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48FBA66-4910-89F9-7B1C-3D4F9F36C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reveals a steady increase in consumer demand for Men’s street Footwear which has a total sales of 209 million US Dollars.</a:t>
            </a:r>
          </a:p>
          <a:p>
            <a:r>
              <a:rPr lang="en-US" dirty="0"/>
              <a:t>This is followed by women’s apparel at 179 million US dollars.</a:t>
            </a:r>
          </a:p>
          <a:p>
            <a:r>
              <a:rPr lang="en-US" dirty="0"/>
              <a:t>The last of the list is women’s Athletic footwear at 107 million US dollars.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9DAF631D-FB91-5953-AEC5-BFC503E5DFD5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E26F94-9DF0-0244-463D-3761C08E3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13" y="1642043"/>
            <a:ext cx="6839356" cy="417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78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8B0A4-A517-A21E-E505-48EE0E473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52E1B8F-9C72-6AE0-F9E4-39C3FCE2A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 4: OPERATING PROFIT BY STATE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7318AC-14EC-3E06-0D1F-6498E3C10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8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0D62A9B-D66B-4182-FE27-A75779768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reveals a steady increase in consumer demand for Men’s street Footwear which has a total sales of 209 million US Dollars.</a:t>
            </a:r>
          </a:p>
          <a:p>
            <a:r>
              <a:rPr lang="en-US" dirty="0"/>
              <a:t>This is followed by women’s apparel at 179 million US dollars.</a:t>
            </a:r>
          </a:p>
          <a:p>
            <a:r>
              <a:rPr lang="en-US" dirty="0"/>
              <a:t>The last of the list is women’s Athletic footwear at 107 million US dollars.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429F1CA9-828D-CEF1-F06C-8EEFE633BC3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E4F5C-44EA-AB01-1F6A-9A788CD00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892" y="1450975"/>
            <a:ext cx="6809962" cy="433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828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897F-1E2F-4A0C-6CE3-4D53E20D1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0F0C0376-4C22-9055-3AFF-DD095225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 4: PROFIT BY PRODUCT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6A56C5-8A7F-9147-BDE1-A53CFFE4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9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3848C7-0979-7259-91E4-43B452DC6C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reveals a steady increase in consumer demand for Men’s street Footwear which has a total sales of 209 million US Dollars.</a:t>
            </a:r>
          </a:p>
          <a:p>
            <a:r>
              <a:rPr lang="en-US" dirty="0"/>
              <a:t>This is followed by women’s apparel at 179 million US dollars.</a:t>
            </a:r>
          </a:p>
          <a:p>
            <a:r>
              <a:rPr lang="en-US" dirty="0"/>
              <a:t>The last of the list is women’s Athletic footwear at 107 million US dollars.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702E31A3-7C6A-DF60-F0D4-41A89FB7FB1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F82568-29F9-CACC-4EB5-E4236E078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307" y="1549293"/>
            <a:ext cx="6809962" cy="433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28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CD002-2D9C-294A-F191-DD39727C2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EDA9FA20-B900-AC63-069C-647A2313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RECOMMENDATIONS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DDBA2-7680-CF4D-CBFE-3FF9F8A4C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10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9750FD3-D26E-7231-7095-C378FC640C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reveals a steady increase in consumer demand for Men’s street Footwear which has a total sales of 209 million US Dollars.</a:t>
            </a:r>
          </a:p>
          <a:p>
            <a:r>
              <a:rPr lang="en-US" dirty="0"/>
              <a:t>This is followed by women’s apparel at 179 million US dollars.</a:t>
            </a:r>
          </a:p>
          <a:p>
            <a:r>
              <a:rPr lang="en-US" dirty="0"/>
              <a:t>The last of the list is women’s Athletic footwear at 107 million US dollars.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A5E0655-5FC1-41B2-004A-AE863577C11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31040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31ABC-5987-62E9-A979-412C2AEA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77A75FA-A873-8206-FA1F-F5FFD3DD6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84142E-7A39-DCFC-5C0E-CA5332A2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11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C03B08D-8BD9-9403-2515-B940A0F39F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reveals a steady increase in consumer demand for Men’s street Footwear which has a total sales of 209 million US Dollars.</a:t>
            </a:r>
          </a:p>
          <a:p>
            <a:r>
              <a:rPr lang="en-US" dirty="0"/>
              <a:t>This is followed by women’s apparel at 179 million US dollars.</a:t>
            </a:r>
          </a:p>
          <a:p>
            <a:r>
              <a:rPr lang="en-US" dirty="0"/>
              <a:t>The last of the list is women’s Athletic footwear at 107 million US dollars.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97061F7-1299-F02D-04B0-31E22F645254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752429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EF164-0F2C-EA30-8D74-2DD83DBFD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0A4608-4F01-50E1-63B9-3F3E4D29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12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456D9ED-7EF1-8D4B-1277-9C4FDB655E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THANK YOU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AE2E1F24-5D97-3ED1-BCCB-534176944C81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880691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itle goes here" id="{A4715F0E-2373-46DF-8650-9CD6D2E73FF4}" vid="{7AE24D49-249C-4823-B15D-D301F3E633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bold block presentation</Template>
  <TotalTime>34</TotalTime>
  <Words>487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ADDIDAS SCHOLARSHIP 2025</vt:lpstr>
      <vt:lpstr>AGENDA</vt:lpstr>
      <vt:lpstr>PowerPoint Presentation</vt:lpstr>
      <vt:lpstr>INSIGHT 1: TOTAL SALES BY PRODUCT</vt:lpstr>
      <vt:lpstr>INSIGHT 2: UNIT SOLD BY MONTH</vt:lpstr>
      <vt:lpstr>INSIGHT 3: UNIT SOLD REGION</vt:lpstr>
      <vt:lpstr>INSIGHT 4: PROFIT BY REGION</vt:lpstr>
      <vt:lpstr>INSIGHT 4: OPERATING PROFIT BY STATE</vt:lpstr>
      <vt:lpstr>INSIGHT 4: PROFIT BY PRODUCT</vt:lpstr>
      <vt:lpstr>RECOMMENDATIONS</vt:lpstr>
      <vt:lpstr>CONCLUSION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2025-12-10T13:23:47Z</dcterms:created>
  <dcterms:modified xsi:type="dcterms:W3CDTF">2025-12-10T13:57:59Z</dcterms:modified>
</cp:coreProperties>
</file>